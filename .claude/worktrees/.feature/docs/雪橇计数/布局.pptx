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02EBC-EFA8-2466-D35D-78462FA5C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5B1FD3-D1A9-FEAA-23A3-A0AFCD9BB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2C7EFE-612D-928A-5F72-992FD02DB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76D3-0882-4AB9-BECA-F0E171CA5BA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605721-EDE7-5DBF-C16D-22FE8E585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351E42-9A79-A69F-6C3C-D4814759D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0C4FB-A109-4F41-B15E-BC32BE847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926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2B94C7-F8CC-3C55-8E9E-8F774B738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2958FB-44DA-D9DD-EF83-90F2A4F74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4D37CA-C398-0564-BC2A-7439A70B0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76D3-0882-4AB9-BECA-F0E171CA5BA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B31D06-622D-80C7-066C-ECD9A26B8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5F7773-0CA5-6457-2AB2-95CDE27A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0C4FB-A109-4F41-B15E-BC32BE847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864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513FC8-D66C-C225-B355-C45019B6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DAA5DF-4FBF-81BA-2F37-C692372BD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6222E-4FE1-2073-4E23-7F5C78FA0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76D3-0882-4AB9-BECA-F0E171CA5BA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D8BEE4-7F6C-E55F-2B2F-2A8590D9B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998044-2E90-4DC0-332E-43E4563C5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0C4FB-A109-4F41-B15E-BC32BE847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738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E4458-E477-3EE5-296B-A36390B43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98722F-E3C7-00D2-39AE-E33838DE9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C98CBB-72CE-6D54-1688-94D93F02A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C71571-2EF4-FBD6-EE5A-B2C4F2D43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76D3-0882-4AB9-BECA-F0E171CA5BA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E65BB6-D3E4-49C4-4F49-432AF1DAB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CCD1ED-B825-E31A-9506-541F7A68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0C4FB-A109-4F41-B15E-BC32BE847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333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2F5101-6F8F-0762-1FDB-78819F986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669B4F-1F77-68BD-5C51-A0D9CD86B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F59697-BA13-5D93-9226-3450180EB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DC4A321-7583-FE73-809F-6088C6043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D74B82-E670-8663-1C1A-EC8B4D0DE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8AECE9D-86DE-1214-2A77-0F2E1669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76D3-0882-4AB9-BECA-F0E171CA5BA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4E1DADF-2C40-63A3-CA49-D2E7E2AA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6C827A-1D5E-EA5F-F7B0-B4A9CDA60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0C4FB-A109-4F41-B15E-BC32BE847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17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5E79BE-0F89-78D5-A14F-2D91BBF3D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B63060-997C-2390-53CC-80A91862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76D3-0882-4AB9-BECA-F0E171CA5BA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01F6FD-2F3F-0E80-8BFA-A4E251F1C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FE43F1-D821-F961-9F2F-7415EDA5F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0C4FB-A109-4F41-B15E-BC32BE847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043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B79EFE-9317-FEE0-D585-DDED070FC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76D3-0882-4AB9-BECA-F0E171CA5BA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9D4C0B2-B901-FF93-576C-D042032DF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F843AF-5F7D-2707-09C9-1500DC7E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0C4FB-A109-4F41-B15E-BC32BE847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253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DEC559-78C4-CEC1-24A7-8DAD97BE9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6F9FF2-2B2F-0803-6992-AB525F32D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255A9F-4F5D-4F27-FD95-1EA8666C2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93C01A-81FF-9A5D-0FD1-165BA316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76D3-0882-4AB9-BECA-F0E171CA5BA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6D7168-796E-537E-08BB-9EBEF624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8EC76D-7EB5-00B1-B437-E67AA4C7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0C4FB-A109-4F41-B15E-BC32BE847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981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C84A4-ED45-8C73-00C1-C6C69D1B6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5AB297E-39E9-BA2D-41C3-DDEAD89D1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8B0ED6-3F54-530D-7966-C72C4F355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CC5EA5-52E2-8D8F-EAF4-1361003D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76D3-0882-4AB9-BECA-F0E171CA5BA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485D49-8627-EB96-A171-767E6B2F8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A83DAB-866D-D458-725B-7D31C9C3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0C4FB-A109-4F41-B15E-BC32BE847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214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A0AA43-CEEF-E9C8-F174-2CC3D4E93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5E8BB3-3C0E-E8FE-B7E8-1B4F1F929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520797-7414-C521-D097-92A84FB36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76D3-0882-4AB9-BECA-F0E171CA5BA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67FE36-7835-19A1-E211-E67F20D9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0ECACE-9734-8FCD-0F15-4AD4CE487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0C4FB-A109-4F41-B15E-BC32BE847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781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33BC286-C7E9-ED81-9F84-7499A55EB9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6CB15F-8E8D-5DB0-C8C4-7FE8FE1AF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F9DD43-9D02-96AD-02DC-8B17218A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76D3-0882-4AB9-BECA-F0E171CA5BA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650767-199B-E5C6-25FE-7E2D3EEE2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BABB7A-5D18-87B3-C823-643B542B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0C4FB-A109-4F41-B15E-BC32BE847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243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BFE092-70FD-8DDD-04F5-9C084E696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1EF8F2-313D-7FB1-06D4-BA8D4988A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8DB1DC-1873-4B63-41F0-EAFC1C0E3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F076D3-0882-4AB9-BECA-F0E171CA5BA9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AAACDE-8DCB-6FBE-2478-92AD0A9FE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D7B236-38D6-3E61-6F4B-14E32D323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0C4FB-A109-4F41-B15E-BC32BE847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98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8AD1415-5B58-41C9-56EE-A1649D71F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502" y="885694"/>
            <a:ext cx="6724996" cy="508661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2B850E0-DB12-5A73-1006-D2AD8146863A}"/>
              </a:ext>
            </a:extLst>
          </p:cNvPr>
          <p:cNvSpPr/>
          <p:nvPr/>
        </p:nvSpPr>
        <p:spPr>
          <a:xfrm>
            <a:off x="7342632" y="1271016"/>
            <a:ext cx="813816" cy="3474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6F5F4E9-4D82-B588-B2A3-80FAD7F78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550" y="942844"/>
            <a:ext cx="6724996" cy="5086611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0511C809-0CB8-1B44-CDE8-333DD448146A}"/>
              </a:ext>
            </a:extLst>
          </p:cNvPr>
          <p:cNvGrpSpPr/>
          <p:nvPr/>
        </p:nvGrpSpPr>
        <p:grpSpPr>
          <a:xfrm>
            <a:off x="7460962" y="1847808"/>
            <a:ext cx="1255336" cy="2991019"/>
            <a:chOff x="7558049" y="1797050"/>
            <a:chExt cx="906020" cy="30607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E22FB32-0736-D270-89DF-77D041E25F59}"/>
                </a:ext>
              </a:extLst>
            </p:cNvPr>
            <p:cNvSpPr/>
            <p:nvPr/>
          </p:nvSpPr>
          <p:spPr>
            <a:xfrm>
              <a:off x="7558049" y="1797050"/>
              <a:ext cx="521133" cy="3060700"/>
            </a:xfrm>
            <a:prstGeom prst="rect">
              <a:avLst/>
            </a:prstGeom>
            <a:solidFill>
              <a:srgbClr val="92D05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</a:rPr>
                <a:t>Area</a:t>
              </a:r>
            </a:p>
            <a:p>
              <a:pPr algn="ctr"/>
              <a:r>
                <a:rPr lang="en-US" altLang="zh-CN" sz="1200" b="1" dirty="0">
                  <a:solidFill>
                    <a:schemeClr val="tx1"/>
                  </a:solidFill>
                </a:rPr>
                <a:t>1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24608A1-79BB-06EB-184B-38DC9C2C0219}"/>
                </a:ext>
              </a:extLst>
            </p:cNvPr>
            <p:cNvSpPr/>
            <p:nvPr/>
          </p:nvSpPr>
          <p:spPr>
            <a:xfrm>
              <a:off x="8079182" y="2145815"/>
              <a:ext cx="384887" cy="2711935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</a:rPr>
                <a:t>Area2</a:t>
              </a:r>
              <a:endParaRPr lang="zh-CN" altLang="en-US" sz="1200" dirty="0"/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355FA2E6-1F9A-95AE-F69E-1FEB1800347D}"/>
              </a:ext>
            </a:extLst>
          </p:cNvPr>
          <p:cNvSpPr/>
          <p:nvPr/>
        </p:nvSpPr>
        <p:spPr>
          <a:xfrm>
            <a:off x="7374559" y="4849367"/>
            <a:ext cx="1034693" cy="936756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Area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3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308D63-3773-DAB2-2FD4-B3F89B6B168A}"/>
              </a:ext>
            </a:extLst>
          </p:cNvPr>
          <p:cNvSpPr/>
          <p:nvPr/>
        </p:nvSpPr>
        <p:spPr>
          <a:xfrm>
            <a:off x="4092841" y="4468367"/>
            <a:ext cx="3267166" cy="936756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Area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4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B165D5-E510-DE46-88C8-B81B7C78356F}"/>
              </a:ext>
            </a:extLst>
          </p:cNvPr>
          <p:cNvSpPr/>
          <p:nvPr/>
        </p:nvSpPr>
        <p:spPr>
          <a:xfrm>
            <a:off x="4092841" y="5532502"/>
            <a:ext cx="3267166" cy="936756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Area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6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F24BA0-89CF-CC9F-005B-B210D5108EF3}"/>
              </a:ext>
            </a:extLst>
          </p:cNvPr>
          <p:cNvSpPr/>
          <p:nvPr/>
        </p:nvSpPr>
        <p:spPr>
          <a:xfrm>
            <a:off x="4104345" y="5383915"/>
            <a:ext cx="3267166" cy="169795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Area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5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5994A48-9F95-DBAA-E3E7-D251E4CC8BB5}"/>
              </a:ext>
            </a:extLst>
          </p:cNvPr>
          <p:cNvSpPr/>
          <p:nvPr/>
        </p:nvSpPr>
        <p:spPr>
          <a:xfrm>
            <a:off x="2730453" y="5064124"/>
            <a:ext cx="1359339" cy="1405134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Area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7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DC67AD-1826-DB9D-55BD-FC22D293F54C}"/>
              </a:ext>
            </a:extLst>
          </p:cNvPr>
          <p:cNvSpPr/>
          <p:nvPr/>
        </p:nvSpPr>
        <p:spPr>
          <a:xfrm>
            <a:off x="2316819" y="567267"/>
            <a:ext cx="5114525" cy="3901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C99ACF-FAF9-6FD5-0F13-5FF0410AF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141" y="974245"/>
            <a:ext cx="1768732" cy="305431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584D03A-B80F-79D7-2C1D-B6693956C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890" y="881377"/>
            <a:ext cx="1802714" cy="3176628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1A659016-2263-7219-3DCD-983B3FA3A064}"/>
              </a:ext>
            </a:extLst>
          </p:cNvPr>
          <p:cNvSpPr/>
          <p:nvPr/>
        </p:nvSpPr>
        <p:spPr>
          <a:xfrm>
            <a:off x="2873111" y="696876"/>
            <a:ext cx="4281221" cy="3474720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Area</a:t>
            </a:r>
            <a:endParaRPr lang="en-US" altLang="zh-CN" sz="12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</a:rPr>
              <a:t>0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5A1B55C-C0E4-ACFF-4443-D0AAD0084DF0}"/>
              </a:ext>
            </a:extLst>
          </p:cNvPr>
          <p:cNvSpPr txBox="1"/>
          <p:nvPr/>
        </p:nvSpPr>
        <p:spPr>
          <a:xfrm>
            <a:off x="3797532" y="683284"/>
            <a:ext cx="584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/>
            </a:lvl1pPr>
          </a:lstStyle>
          <a:p>
            <a:r>
              <a:rPr lang="en-US" altLang="zh-CN" dirty="0"/>
              <a:t>9</a:t>
            </a:r>
            <a:r>
              <a:rPr lang="zh-CN" altLang="en-US" dirty="0"/>
              <a:t>米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642BD8E-5F73-CEF7-A75E-A577B91C6B20}"/>
              </a:ext>
            </a:extLst>
          </p:cNvPr>
          <p:cNvSpPr txBox="1"/>
          <p:nvPr/>
        </p:nvSpPr>
        <p:spPr>
          <a:xfrm>
            <a:off x="5762249" y="670338"/>
            <a:ext cx="1054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10.5</a:t>
            </a:r>
            <a:r>
              <a:rPr lang="zh-CN" altLang="en-US" sz="1400" b="1" dirty="0"/>
              <a:t>米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A7CC05-44E0-A864-51E0-776EE945920E}"/>
              </a:ext>
            </a:extLst>
          </p:cNvPr>
          <p:cNvSpPr txBox="1"/>
          <p:nvPr/>
        </p:nvSpPr>
        <p:spPr>
          <a:xfrm>
            <a:off x="8770274" y="6066893"/>
            <a:ext cx="1054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14</a:t>
            </a:r>
            <a:r>
              <a:rPr lang="zh-CN" altLang="en-US" sz="1400" b="1" dirty="0"/>
              <a:t>米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85A642-4FC1-1EAA-5875-13E57E8691B8}"/>
              </a:ext>
            </a:extLst>
          </p:cNvPr>
          <p:cNvSpPr/>
          <p:nvPr/>
        </p:nvSpPr>
        <p:spPr>
          <a:xfrm>
            <a:off x="7891905" y="1233578"/>
            <a:ext cx="1196102" cy="595511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</a:rPr>
              <a:t>Area</a:t>
            </a: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</a:rPr>
              <a:t>0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3F1016E-2257-22BF-B276-428C28131870}"/>
              </a:ext>
            </a:extLst>
          </p:cNvPr>
          <p:cNvSpPr/>
          <p:nvPr/>
        </p:nvSpPr>
        <p:spPr>
          <a:xfrm>
            <a:off x="8167476" y="1829089"/>
            <a:ext cx="177272" cy="348031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042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23</Words>
  <Application>Microsoft Office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Liang4（SVW PFA3P-5)</dc:creator>
  <cp:lastModifiedBy>Chen Liang4  (SVW PFA3P-5)</cp:lastModifiedBy>
  <cp:revision>4</cp:revision>
  <dcterms:created xsi:type="dcterms:W3CDTF">2025-09-16T00:55:30Z</dcterms:created>
  <dcterms:modified xsi:type="dcterms:W3CDTF">2025-09-17T06:42:12Z</dcterms:modified>
</cp:coreProperties>
</file>