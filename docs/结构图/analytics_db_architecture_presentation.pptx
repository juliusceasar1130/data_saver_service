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Agent 数据底座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DCE6F1"/>
                </a:solidFill>
                <a:latin typeface="Microsoft YaHei"/>
                <a:ea typeface="Microsoft YaHei"/>
              </a:rPr>
              <a:t>三条业务数据源 → 统一分析面 → LLM 友好查询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97D"/>
                </a:solidFill>
                <a:latin typeface="Microsoft YaHei"/>
                <a:ea typeface="Microsoft YaHei"/>
              </a:rPr>
              <a:t>总体定位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Microsoft YaHei"/>
                <a:ea typeface="Microsoft YaHei"/>
              </a:rPr>
              <a:t>把分散的工业数据聚合到统一分析库 analytics_db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Microsoft YaHei"/>
                <a:ea typeface="Microsoft YaHei"/>
              </a:rPr>
              <a:t>面向 Agent / LLM 的低复杂度数据入口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核心设计原则：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1 个库：analytics_db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1 个角色：agent_ro（只读）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宽表直查：mart 层提供可直接查询的汇总宽表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无 JOIN：LLM 生成 SQL 时无需理解多表关联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97D"/>
                </a:solidFill>
                <a:latin typeface="Microsoft YaHei"/>
                <a:ea typeface="Microsoft YaHei"/>
              </a:rPr>
              <a:t>数据源全景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Microsoft YaHei"/>
                <a:ea typeface="Microsoft YaHei"/>
              </a:rPr>
              <a:t>三条异构业务数据源统一接入 analytics_db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rollerbed_tracking_db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实时车辆位置、载体、车型、平台（PostgreSQL）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defect_db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缺陷检测、5 工位缺陷汇总（PostgreSQL）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SQL Server MES「外部」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车身过站历史 MDS_HISTORIC（SQL Server）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Microsoft YaHei"/>
                <a:ea typeface="Microsoft YaHei"/>
              </a:rPr>
              <a:t>注：前两个 PostgreSQL 源通过 FDW 接入；SQL Server 通过 pytds 直连做 ETL。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97D"/>
                </a:solidFill>
                <a:latin typeface="Microsoft YaHei"/>
                <a:ea typeface="Microsoft YaHei"/>
              </a:rPr>
              <a:t>数据源 ①：rollerbed_tracking_db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用途：实时车辆追踪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Microsoft YaHei"/>
                <a:ea typeface="Microsoft YaHei"/>
              </a:rPr>
              <a:t>数据内容：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实时车辆位置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载体（Carrier）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车型（Body Type）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平台（Platform）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接入方式：PostgreSQL FDW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查询时实时转发到源库，保持实时性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97D"/>
                </a:solidFill>
                <a:latin typeface="Microsoft YaHei"/>
                <a:ea typeface="Microsoft YaHei"/>
              </a:rPr>
              <a:t>数据源 ②：defect_db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用途：缺陷检测汇总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Microsoft YaHei"/>
                <a:ea typeface="Microsoft YaHei"/>
              </a:rPr>
              <a:t>数据内容：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缺陷检测结果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5 个工位的缺陷汇总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接入方式：PostgreSQL FDW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与 rollerbed_tracking_db 同样通过 FDW 映射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统一在 analytics_db 内做跨源分析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97D"/>
                </a:solidFill>
                <a:latin typeface="Microsoft YaHei"/>
                <a:ea typeface="Microsoft YaHei"/>
              </a:rPr>
              <a:t>数据源 ③：SQL Server MES「外部」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用途：车身过站历史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Microsoft YaHei"/>
                <a:ea typeface="Microsoft YaHei"/>
              </a:rPr>
              <a:t>核心表：MDS_HISTORIC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记录车身在涂装车间各工位的过站履历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接入方式：SQL Server · pytds 直连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Microsoft YaHei"/>
                <a:ea typeface="Microsoft YaHei"/>
              </a:rPr>
              <a:t>通过 ETL 异构接入到 analytics_db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增量抽取 + 水位推进，保证数据一致性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5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analytics_db 分层架构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97D"/>
                </a:solidFill>
                <a:latin typeface="Microsoft YaHei"/>
                <a:ea typeface="Microsoft YaHei"/>
              </a:rPr>
              <a:t>analytics_db 五层架构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src 层 — 外部表映射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7 张 FDW 外部表；查询时实时转发源库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ods 层 — 贴源落地层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8 张本地表；可建索引，不依赖 FDW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dim 层 — 维度层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3 张表：车辆合并画像、过站注册表、工艺区字典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fct 层 — 事实层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5 张物化视图：产品车 / 异常车 / 全量占位 独立口径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mart 层 — 分析汇总层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3 张宽表：面向 Agent 的低复杂度入口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97D"/>
                </a:solidFill>
                <a:latin typeface="Microsoft YaHei"/>
                <a:ea typeface="Microsoft YaHei"/>
              </a:rPr>
              <a:t>元数据与安全：meta + agent_ro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meta 层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水位追踪：记录 ETL / 同步进度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作业日志：记录运行审计信息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agent_ro 只读角色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专为 Agent / LLM 消费设计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只读访问，避免误写生产数据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统一权限入口，简化安全管理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97D"/>
                </a:solidFill>
                <a:latin typeface="Microsoft YaHei"/>
                <a:ea typeface="Microsoft YaHei"/>
              </a:rPr>
              <a:t>Agent / LLM 消费 &amp; 设计总结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消费方式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Agent 消费：直接读取 mart 宽表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SQL Agent + Skills：结合业务 Skills 做分析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LLM 跨域分析：在统一视图上做跨源推理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333333"/>
                </a:solidFill>
                <a:latin typeface="Microsoft YaHei"/>
                <a:ea typeface="Microsoft YaHei"/>
              </a:rPr>
              <a:t>设计总结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三条异构数据流统一汇入 analytics_db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分层数仓结构（src → ods → dim → fct → mart）</a:t>
            </a:r>
          </a:p>
          <a:p>
            <a:pPr lvl="1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Microsoft YaHei"/>
                <a:ea typeface="Microsoft YaHei"/>
              </a:rPr>
              <a:t>面向 LLM 的低复杂度、宽表直查入口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